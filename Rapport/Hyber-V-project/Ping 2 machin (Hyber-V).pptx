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8" r:id="rId3"/>
    <p:sldId id="269" r:id="rId4"/>
    <p:sldId id="270" r:id="rId5"/>
    <p:sldId id="274" r:id="rId6"/>
    <p:sldId id="279" r:id="rId7"/>
    <p:sldId id="272" r:id="rId8"/>
    <p:sldId id="273" r:id="rId9"/>
    <p:sldId id="271" r:id="rId10"/>
    <p:sldId id="275" r:id="rId11"/>
    <p:sldId id="277" r:id="rId12"/>
    <p:sldId id="28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0" autoAdjust="0"/>
    <p:restoredTop sz="94660"/>
  </p:normalViewPr>
  <p:slideViewPr>
    <p:cSldViewPr snapToGrid="0">
      <p:cViewPr>
        <p:scale>
          <a:sx n="100" d="100"/>
          <a:sy n="100" d="100"/>
        </p:scale>
        <p:origin x="58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E2D08-8DAB-AEC4-4ED4-5A75CC02C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B66998-3355-21E5-021A-BFDA6A0BB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F36C1A-A354-19C5-CFB6-EEAC8EAD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1CB140-36D8-9878-699E-0A265736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8C0920-7876-7005-04FA-BA5F8465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72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0F983-68F8-5ACD-DE5C-368C6081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E641FA-458C-BFCA-2AFC-5061939D4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C0BF5-1CD7-31FB-4A62-6583C8C4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2D2F0-096F-87CD-8054-7683D5CE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2C853B-1F0C-F90D-F938-2AF309A2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174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DBDDF-43F8-28DF-D91B-165AD09B7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53652-F500-98DE-2CCA-CD1992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CCC189-2DC6-2FEE-265E-F2AA3DAC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461D87-83F7-35F3-8FE4-B28C3F29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140BFD-4DC9-04A7-5600-AD523A41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04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9FC452-1161-D2BF-241C-94362E24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601277-D92C-D8FC-CB4C-7D810359D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AA4779D-22F3-8781-E42F-6AC508704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C55828-05A8-B7E0-6B24-873560F44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065330-2A25-C223-F03F-FDC04DA5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EF752C-4D48-2AA0-BF07-85F6C0D6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409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DD1F1-B17F-0447-7669-86B66F79C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E743DE-0361-BE2E-0320-B3E3D357A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EDCA59-0F74-818E-58BB-A71A85315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1210B69-16CC-56FF-C6F9-B691F1D8D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1F0FDFC-45D9-B187-BC42-20AC7152B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F00813E-31CB-E6ED-03A9-1D29BBD6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6EF32E3-3BB5-B9BC-5177-FEE3B3DE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34C9F06-0522-48F9-773E-E0AA3D79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88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32AA7-9B71-7484-B693-0B6E7E38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42E1C29-DA0F-65D1-92AF-E784C216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2E3F1F-61DE-8E60-CED4-820C9870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406262-218D-6D7A-052A-6FFF2A3A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12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DE5F71-2765-6C66-82CD-57D9EED3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B9DF325-1013-CACC-2969-90B9DE06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7C769E-ACB1-8AEE-0AC8-99FE9451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763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8FC66E-909D-CEFA-8EED-A76B5A823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A24DD4-D9E9-A267-F895-ED867E9E6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EE9B50-CFA5-CE05-0044-AAFFACF3F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D574AF-693D-24AB-430E-CE3785915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0679FB-63D3-4276-B9FD-997ACF49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6BF35D-B580-A589-AE9E-1ADFFCDA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782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9F552-94FA-3D35-6426-7ABD85190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592F7C7-EC2B-1CE4-6920-7789ACB08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B7A917-C6BF-9ED5-518B-29679FA7A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5C4A20-70EA-2536-F8B1-B1277D9BB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DEF47E-4CB7-52EE-1BFB-2CBF5A52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4D741E-60EA-DE2F-6DAD-AFE87C2D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695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38C974-5563-2011-E9D9-7682EFAD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84CF068-CEE1-8679-7575-B427172A0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2F0C06-E2B8-73BB-8CC0-6D0B3970F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B90900-F474-2AFA-891E-58019021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DF5CA6-9ADD-2D66-586D-84691F20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895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078AAD-51A2-97C8-BF2A-4D02F48AA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337FEB8-59D5-7B84-6212-6818C263A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3C947-2863-ED1B-89B0-14CCAA270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E9C6B5-2FEA-D6BB-2424-FB7DA95A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EC1C8-4604-C4BE-96FA-DA0F0A37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78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F205ACF-5AD6-568A-FA90-0037E22F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589F7D-5FEC-CB9F-93F5-98BA0C962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B21100-1411-F7E2-2B8C-7808C9806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7C321-F2B8-46EE-9F04-31CDEEED3F0C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5F1DC6-90FE-2FCD-93DD-E83111747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8A0832-5B00-7D7A-BBC5-FAFF8C76B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5B8B6-D651-4EEF-8564-B1D490363EA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407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48307-00A7-4C45-FE57-76480707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9C26D63-3429-404A-DB64-4C36B39A4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1" y="1432062"/>
            <a:ext cx="11771176" cy="5157417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F9BD3EA-8FA2-E4E0-0E1E-CF27F6E2D42A}"/>
              </a:ext>
            </a:extLst>
          </p:cNvPr>
          <p:cNvSpPr/>
          <p:nvPr/>
        </p:nvSpPr>
        <p:spPr>
          <a:xfrm>
            <a:off x="934997" y="268521"/>
            <a:ext cx="10593388" cy="10130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Ouvrez </a:t>
            </a:r>
            <a:r>
              <a:rPr lang="fr-FR" sz="2000" b="1" dirty="0">
                <a:solidFill>
                  <a:schemeClr val="tx1"/>
                </a:solidFill>
              </a:rPr>
              <a:t>Gestionnaire Hyper-V</a:t>
            </a:r>
            <a:r>
              <a:rPr lang="fr-FR" sz="2000" dirty="0">
                <a:solidFill>
                  <a:schemeClr val="tx1"/>
                </a:solidFill>
              </a:rPr>
              <a:t> → </a:t>
            </a:r>
            <a:r>
              <a:rPr lang="fr-FR" sz="2000" b="1" dirty="0">
                <a:solidFill>
                  <a:schemeClr val="tx1"/>
                </a:solidFill>
              </a:rPr>
              <a:t>Actions</a:t>
            </a:r>
            <a:r>
              <a:rPr lang="fr-FR" sz="2000" dirty="0">
                <a:solidFill>
                  <a:schemeClr val="tx1"/>
                </a:solidFill>
              </a:rPr>
              <a:t> → </a:t>
            </a:r>
            <a:r>
              <a:rPr lang="fr-FR" sz="2000" b="1" dirty="0">
                <a:solidFill>
                  <a:schemeClr val="tx1"/>
                </a:solidFill>
              </a:rPr>
              <a:t>Nouveau</a:t>
            </a:r>
            <a:r>
              <a:rPr lang="fr-FR" sz="2000" dirty="0">
                <a:solidFill>
                  <a:schemeClr val="tx1"/>
                </a:solidFill>
              </a:rPr>
              <a:t> → </a:t>
            </a:r>
            <a:r>
              <a:rPr lang="fr-FR" sz="2000" b="1" dirty="0">
                <a:solidFill>
                  <a:schemeClr val="tx1"/>
                </a:solidFill>
              </a:rPr>
              <a:t>Ordinateur virtuel</a:t>
            </a:r>
            <a:r>
              <a:rPr lang="fr-FR" sz="2000" dirty="0">
                <a:solidFill>
                  <a:schemeClr val="tx1"/>
                </a:solidFill>
              </a:rPr>
              <a:t> pour créer une VM.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7D85052-C6F3-E526-6EBC-72536FC8F394}"/>
              </a:ext>
            </a:extLst>
          </p:cNvPr>
          <p:cNvSpPr/>
          <p:nvPr/>
        </p:nvSpPr>
        <p:spPr>
          <a:xfrm>
            <a:off x="-4406287" y="72037"/>
            <a:ext cx="4322245" cy="14976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>
                <a:solidFill>
                  <a:schemeClr val="tx1"/>
                </a:solidFill>
              </a:rPr>
              <a:t>Conclusion :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On choisit </a:t>
            </a:r>
            <a:r>
              <a:rPr lang="fr-FR" sz="2000" b="1" dirty="0">
                <a:solidFill>
                  <a:schemeClr val="tx1"/>
                </a:solidFill>
              </a:rPr>
              <a:t>Génération 2</a:t>
            </a:r>
            <a:r>
              <a:rPr lang="fr-FR" sz="2000" dirty="0">
                <a:solidFill>
                  <a:schemeClr val="tx1"/>
                </a:solidFill>
              </a:rPr>
              <a:t> car elle est plus moderne, plus rapide et plus sécurisée que Génération 1.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6C3285-1907-33B5-4E93-A76E7612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926" y="6858000"/>
            <a:ext cx="7773074" cy="58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59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7B521-2A18-A48E-2EF3-060ED0847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5342421B-2958-48CB-7DCB-45EF34BEF83F}"/>
              </a:ext>
            </a:extLst>
          </p:cNvPr>
          <p:cNvSpPr/>
          <p:nvPr/>
        </p:nvSpPr>
        <p:spPr>
          <a:xfrm>
            <a:off x="12334517" y="0"/>
            <a:ext cx="10593388" cy="10130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Ouvrez </a:t>
            </a:r>
            <a:r>
              <a:rPr lang="fr-FR" sz="2000" b="1" dirty="0">
                <a:solidFill>
                  <a:schemeClr val="tx1"/>
                </a:solidFill>
              </a:rPr>
              <a:t>Gestionnaire Hyper-V</a:t>
            </a:r>
            <a:r>
              <a:rPr lang="fr-FR" sz="2000" dirty="0">
                <a:solidFill>
                  <a:schemeClr val="tx1"/>
                </a:solidFill>
              </a:rPr>
              <a:t> → </a:t>
            </a:r>
            <a:r>
              <a:rPr lang="fr-FR" sz="2000" b="1" dirty="0">
                <a:solidFill>
                  <a:schemeClr val="tx1"/>
                </a:solidFill>
              </a:rPr>
              <a:t>Actions</a:t>
            </a:r>
            <a:r>
              <a:rPr lang="fr-FR" sz="2000" dirty="0">
                <a:solidFill>
                  <a:schemeClr val="tx1"/>
                </a:solidFill>
              </a:rPr>
              <a:t> → </a:t>
            </a:r>
            <a:r>
              <a:rPr lang="fr-FR" sz="2000" b="1" dirty="0">
                <a:solidFill>
                  <a:schemeClr val="tx1"/>
                </a:solidFill>
              </a:rPr>
              <a:t>Nouveau</a:t>
            </a:r>
            <a:r>
              <a:rPr lang="fr-FR" sz="2000" dirty="0">
                <a:solidFill>
                  <a:schemeClr val="tx1"/>
                </a:solidFill>
              </a:rPr>
              <a:t> → </a:t>
            </a:r>
            <a:r>
              <a:rPr lang="fr-FR" sz="2000" b="1" dirty="0">
                <a:solidFill>
                  <a:schemeClr val="tx1"/>
                </a:solidFill>
              </a:rPr>
              <a:t>Ordinateur virtuel</a:t>
            </a:r>
            <a:r>
              <a:rPr lang="fr-FR" sz="2000" dirty="0">
                <a:solidFill>
                  <a:schemeClr val="tx1"/>
                </a:solidFill>
              </a:rPr>
              <a:t> pour créer une VM.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A54FCB-DF38-CF17-CBF5-2EE330BAC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685" y="517907"/>
            <a:ext cx="7773074" cy="5822185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340C5CB-3564-435C-C40A-3EC8F9A533CE}"/>
              </a:ext>
            </a:extLst>
          </p:cNvPr>
          <p:cNvSpPr/>
          <p:nvPr/>
        </p:nvSpPr>
        <p:spPr>
          <a:xfrm>
            <a:off x="272393" y="264228"/>
            <a:ext cx="4322245" cy="14976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>
                <a:solidFill>
                  <a:schemeClr val="tx1"/>
                </a:solidFill>
              </a:rPr>
              <a:t>Conclusion :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On choisit </a:t>
            </a:r>
            <a:r>
              <a:rPr lang="fr-FR" sz="2000" b="1" dirty="0">
                <a:solidFill>
                  <a:schemeClr val="tx1"/>
                </a:solidFill>
              </a:rPr>
              <a:t>Génération 2</a:t>
            </a:r>
            <a:r>
              <a:rPr lang="fr-FR" sz="2000" dirty="0">
                <a:solidFill>
                  <a:schemeClr val="tx1"/>
                </a:solidFill>
              </a:rPr>
              <a:t> car elle est plus moderne, plus rapide et plus sécurisée que Génération 1.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F469CA4-107D-6B81-C2D2-41951671E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685" y="6858000"/>
            <a:ext cx="7803556" cy="5860288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07B5A08-A412-06C8-2333-CFCB3AB51B9B}"/>
              </a:ext>
            </a:extLst>
          </p:cNvPr>
          <p:cNvSpPr/>
          <p:nvPr/>
        </p:nvSpPr>
        <p:spPr>
          <a:xfrm>
            <a:off x="-809647" y="7289868"/>
            <a:ext cx="4322245" cy="106165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Et maintenant, comme on peut le remarquer, la première machine a été installée. </a:t>
            </a:r>
          </a:p>
        </p:txBody>
      </p:sp>
    </p:spTree>
    <p:extLst>
      <p:ext uri="{BB962C8B-B14F-4D97-AF65-F5344CB8AC3E}">
        <p14:creationId xmlns:p14="http://schemas.microsoft.com/office/powerpoint/2010/main" val="1212754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29120-EA4D-39B5-A055-35D29423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DABE6B9-04DB-7206-C934-4A8104096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742" y="498856"/>
            <a:ext cx="7803556" cy="5860288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554B3D8-DCD3-E21C-18F6-BCC9EDFE4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485" y="-6004813"/>
            <a:ext cx="7773074" cy="5822185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73C59CF-77E2-3633-62D9-51E7892A7C73}"/>
              </a:ext>
            </a:extLst>
          </p:cNvPr>
          <p:cNvSpPr/>
          <p:nvPr/>
        </p:nvSpPr>
        <p:spPr>
          <a:xfrm>
            <a:off x="-514760" y="-1497684"/>
            <a:ext cx="4322245" cy="14976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>
                <a:solidFill>
                  <a:schemeClr val="tx1"/>
                </a:solidFill>
              </a:rPr>
              <a:t>Conclusion :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On choisit </a:t>
            </a:r>
            <a:r>
              <a:rPr lang="fr-FR" sz="2000" b="1" dirty="0">
                <a:solidFill>
                  <a:schemeClr val="tx1"/>
                </a:solidFill>
              </a:rPr>
              <a:t>Génération 2</a:t>
            </a:r>
            <a:r>
              <a:rPr lang="fr-FR" sz="2000" dirty="0">
                <a:solidFill>
                  <a:schemeClr val="tx1"/>
                </a:solidFill>
              </a:rPr>
              <a:t> car elle est plus moderne, plus rapide et plus sécurisée que Génération 1.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FFEC1D0-A412-004A-5A19-32750E4BC55C}"/>
              </a:ext>
            </a:extLst>
          </p:cNvPr>
          <p:cNvSpPr/>
          <p:nvPr/>
        </p:nvSpPr>
        <p:spPr>
          <a:xfrm>
            <a:off x="851513" y="1071948"/>
            <a:ext cx="4322245" cy="106165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Et maintenant, comme on peut le remarquer, la première machine a été installée.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2742125-E7CB-0664-8F51-97B4320E1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58000"/>
            <a:ext cx="12192000" cy="9197060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803ABDC-FD1E-4D12-A53D-1B48E9F145C2}"/>
              </a:ext>
            </a:extLst>
          </p:cNvPr>
          <p:cNvSpPr/>
          <p:nvPr/>
        </p:nvSpPr>
        <p:spPr>
          <a:xfrm>
            <a:off x="12441755" y="3429000"/>
            <a:ext cx="4322245" cy="21239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Nous continuons l’installation.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Nous allons utiliser la machine Debian parce qu’elle est légère et qu’elle va beaucoup nous aider, car elle est la base de nombreux systèmes Linux.</a:t>
            </a:r>
          </a:p>
        </p:txBody>
      </p:sp>
    </p:spTree>
    <p:extLst>
      <p:ext uri="{BB962C8B-B14F-4D97-AF65-F5344CB8AC3E}">
        <p14:creationId xmlns:p14="http://schemas.microsoft.com/office/powerpoint/2010/main" val="630546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18F3-6E60-42E7-B861-57946689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68D730E-E834-8B55-F380-53D6E33C1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19706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E0D84E4F-8DD5-9455-C48A-784E34CE3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1702" y="0"/>
            <a:ext cx="7803556" cy="5860288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7E22628-671E-C341-64A5-D72FE5BF8FDB}"/>
              </a:ext>
            </a:extLst>
          </p:cNvPr>
          <p:cNvSpPr/>
          <p:nvPr/>
        </p:nvSpPr>
        <p:spPr>
          <a:xfrm>
            <a:off x="4791275" y="4598530"/>
            <a:ext cx="4322245" cy="21239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Nous continuons l’installation.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Nous allons utiliser la machine Debian parce qu’elle est légère et qu’elle va beaucoup nous aider, car elle est la base de nombreux systèmes Linux.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BC75749-9601-4AFC-54DD-AFBCDD6FF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47360" y="30480"/>
            <a:ext cx="5547360" cy="6877776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E8FE7C3-9040-FCFF-FC9B-8C96960ACF8C}"/>
              </a:ext>
            </a:extLst>
          </p:cNvPr>
          <p:cNvSpPr/>
          <p:nvPr/>
        </p:nvSpPr>
        <p:spPr>
          <a:xfrm>
            <a:off x="12511702" y="2022970"/>
            <a:ext cx="4322245" cy="21239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Maintenant, nous allons suivre les mêmes étapes pour créer la deuxième machine afin de pouvoir les mettre sur le même réseau et faire un ping entre elles.</a:t>
            </a:r>
          </a:p>
        </p:txBody>
      </p:sp>
    </p:spTree>
    <p:extLst>
      <p:ext uri="{BB962C8B-B14F-4D97-AF65-F5344CB8AC3E}">
        <p14:creationId xmlns:p14="http://schemas.microsoft.com/office/powerpoint/2010/main" val="40796204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5FDC-1660-559B-8FE6-78D208F2C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B85269D-8F5F-E9E2-38B3-42E4CF3B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547360" cy="6877776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CCFFFE1-879B-AA31-2749-8B08D248DCAD}"/>
              </a:ext>
            </a:extLst>
          </p:cNvPr>
          <p:cNvSpPr/>
          <p:nvPr/>
        </p:nvSpPr>
        <p:spPr>
          <a:xfrm>
            <a:off x="6498155" y="2190610"/>
            <a:ext cx="4322245" cy="21239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Maintenant, nous allons suivre les mêmes étapes pour créer la deuxième machine afin de pouvoir les mettre sur le même réseau et faire un ping entre elles.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9C13224-4CC6-68B6-1D35-85C34DE3A694}"/>
              </a:ext>
            </a:extLst>
          </p:cNvPr>
          <p:cNvSpPr/>
          <p:nvPr/>
        </p:nvSpPr>
        <p:spPr>
          <a:xfrm>
            <a:off x="3934877" y="7376160"/>
            <a:ext cx="4322245" cy="12360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Et maintenant, nous voyons que les deux machines fonctionnent correctement.</a:t>
            </a:r>
          </a:p>
        </p:txBody>
      </p:sp>
    </p:spTree>
    <p:extLst>
      <p:ext uri="{BB962C8B-B14F-4D97-AF65-F5344CB8AC3E}">
        <p14:creationId xmlns:p14="http://schemas.microsoft.com/office/powerpoint/2010/main" val="28361713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9D34-1546-C045-7682-16CC8EFD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A96921D-0B96-D92E-B395-9907B16D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9970FB7-391B-A64C-BBB6-864BBD67FC27}"/>
              </a:ext>
            </a:extLst>
          </p:cNvPr>
          <p:cNvSpPr/>
          <p:nvPr/>
        </p:nvSpPr>
        <p:spPr>
          <a:xfrm>
            <a:off x="3934877" y="5212080"/>
            <a:ext cx="4322245" cy="12360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Et maintenant, nous voyons que les deux machines fonctionnent correctement.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D19E4DC-A06F-74FD-567B-01E324872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47360" y="-21166"/>
            <a:ext cx="5547360" cy="6877776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97BB121-8642-FA43-80D7-F52095CBF438}"/>
              </a:ext>
            </a:extLst>
          </p:cNvPr>
          <p:cNvSpPr/>
          <p:nvPr/>
        </p:nvSpPr>
        <p:spPr>
          <a:xfrm>
            <a:off x="12304595" y="2144890"/>
            <a:ext cx="4322245" cy="21239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Maintenant, nous allons suivre les mêmes étapes pour créer la deuxième machine afin de pouvoir les mettre sur le même réseau et faire un ping entre elles.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BF1F319-9930-670B-3AA7-64A7A257C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9742" y="18481"/>
            <a:ext cx="2606040" cy="519359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1717A14-0A77-9677-99A9-FA0CBC7A2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-1"/>
            <a:ext cx="7668660" cy="6858000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5E93175-796A-42C0-CB3E-7C4CE826CCBD}"/>
              </a:ext>
            </a:extLst>
          </p:cNvPr>
          <p:cNvCxnSpPr/>
          <p:nvPr/>
        </p:nvCxnSpPr>
        <p:spPr>
          <a:xfrm>
            <a:off x="7551420" y="1005840"/>
            <a:ext cx="4114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D4F2411-523B-EAB9-9E0C-3C06DBF43E1E}"/>
              </a:ext>
            </a:extLst>
          </p:cNvPr>
          <p:cNvCxnSpPr/>
          <p:nvPr/>
        </p:nvCxnSpPr>
        <p:spPr>
          <a:xfrm>
            <a:off x="1013460" y="1036320"/>
            <a:ext cx="4724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986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8DF95-2968-D847-86E5-2998C8FE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35B8A2-4250-132E-53D2-19BDD623A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341" y="0"/>
            <a:ext cx="7668660" cy="6858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8931A2B-B539-DB67-2C9D-9BAC89140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2606040" cy="5193599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697BB86-D579-99DC-E3A8-1E11D61A2FAB}"/>
              </a:ext>
            </a:extLst>
          </p:cNvPr>
          <p:cNvSpPr/>
          <p:nvPr/>
        </p:nvSpPr>
        <p:spPr>
          <a:xfrm>
            <a:off x="688757" y="3810000"/>
            <a:ext cx="4322245" cy="20437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Maintenant, nous devons créer un switch virtuel qui va nous permettre de créer un réseau local (LAN) et d’y connecter les deux machines pour que tout fonctionne correctement.</a:t>
            </a:r>
          </a:p>
        </p:txBody>
      </p:sp>
      <p:cxnSp>
        <p:nvCxnSpPr>
          <p:cNvPr id="7" name="Connecteur : en angle 6">
            <a:extLst>
              <a:ext uri="{FF2B5EF4-FFF2-40B4-BE49-F238E27FC236}">
                <a16:creationId xmlns:a16="http://schemas.microsoft.com/office/drawing/2014/main" id="{666C95FF-2630-729A-C3B0-5499F531CDAB}"/>
              </a:ext>
            </a:extLst>
          </p:cNvPr>
          <p:cNvCxnSpPr>
            <a:cxnSpLocks/>
          </p:cNvCxnSpPr>
          <p:nvPr/>
        </p:nvCxnSpPr>
        <p:spPr>
          <a:xfrm flipV="1">
            <a:off x="2606040" y="594360"/>
            <a:ext cx="1917301" cy="1310640"/>
          </a:xfrm>
          <a:prstGeom prst="bentConnector3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8B3C1DAD-B703-8D59-5E00-4A58A0509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" y="0"/>
            <a:ext cx="1386502" cy="13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936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CE7F-9608-7CB4-00EE-68FCFD47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1C64115-1F0E-9264-8C2F-AFF415C63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" y="0"/>
            <a:ext cx="7010401" cy="685800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D57B590C-17C6-150A-B0D8-715BABF6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010401" y="9098280"/>
            <a:ext cx="2606040" cy="519359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BB2A814-19D2-DDFC-5831-FEDEA6998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0"/>
            <a:ext cx="7668660" cy="6858000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6C23AAF-8946-CA73-85CA-7748ADC81E05}"/>
              </a:ext>
            </a:extLst>
          </p:cNvPr>
          <p:cNvSpPr/>
          <p:nvPr/>
        </p:nvSpPr>
        <p:spPr>
          <a:xfrm>
            <a:off x="2395637" y="7054516"/>
            <a:ext cx="4322245" cy="20437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Maintenant, nous devons créer un switch virtuel qui va nous permettre de créer un réseau local (LAN) et d’y connecter les deux machines pour que tout fonctionne correctement.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8D51F79-ED2E-F95E-DC0F-5E1C3ABB5C7E}"/>
              </a:ext>
            </a:extLst>
          </p:cNvPr>
          <p:cNvSpPr/>
          <p:nvPr/>
        </p:nvSpPr>
        <p:spPr>
          <a:xfrm>
            <a:off x="7287677" y="2712720"/>
            <a:ext cx="4322245" cy="25314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Ensuite, on entre dans les paramètres de chaque machine, on va dans la partie réseau, on trouve “aucune connexion”, puis on sélectionne le réseau LAN que nous avons créé.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On fait la même chose pour les deux machines. .</a:t>
            </a:r>
          </a:p>
        </p:txBody>
      </p:sp>
    </p:spTree>
    <p:extLst>
      <p:ext uri="{BB962C8B-B14F-4D97-AF65-F5344CB8AC3E}">
        <p14:creationId xmlns:p14="http://schemas.microsoft.com/office/powerpoint/2010/main" val="40138960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E7B87-653F-846A-450F-09467469D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D08DC6A-48F1-C580-D100-7E83113E9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364594" y="682283"/>
            <a:ext cx="11696193" cy="257907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474619F-A01E-4792-ABA2-7563E30A6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0"/>
            <a:ext cx="7010401" cy="6858000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1FD0BC8-DA6A-830A-9F7D-2670D294D8AE}"/>
              </a:ext>
            </a:extLst>
          </p:cNvPr>
          <p:cNvSpPr/>
          <p:nvPr/>
        </p:nvSpPr>
        <p:spPr>
          <a:xfrm>
            <a:off x="7053215" y="7073704"/>
            <a:ext cx="4322245" cy="25314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tx1"/>
                </a:solidFill>
              </a:rPr>
              <a:t>Ensuite, on entre dans les paramètres de chaque machine, on va dans la partie réseau, on trouve “aucune connexion”, puis on sélectionne le réseau LAN que nous avons créé.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On fait la même chose pour les deux machines. 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CDFB42D-8DB8-2DA0-BE8A-BAA38FFB42D3}"/>
              </a:ext>
            </a:extLst>
          </p:cNvPr>
          <p:cNvSpPr/>
          <p:nvPr/>
        </p:nvSpPr>
        <p:spPr>
          <a:xfrm>
            <a:off x="2621902" y="3899321"/>
            <a:ext cx="5576597" cy="270406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rgbClr val="FFFF00"/>
                </a:solidFill>
              </a:rPr>
              <a:t>Maintenant, après être entrés dans la machine, lorsque nous avons voulu vérifier le type de carte réseau, nous avons trouvé un problème : l’interface est en état </a:t>
            </a:r>
            <a:r>
              <a:rPr lang="fr-FR" sz="2000" b="1" dirty="0">
                <a:solidFill>
                  <a:srgbClr val="C00000"/>
                </a:solidFill>
              </a:rPr>
              <a:t>DOWN</a:t>
            </a:r>
            <a:r>
              <a:rPr lang="fr-FR" sz="2000" dirty="0">
                <a:solidFill>
                  <a:srgbClr val="FFFF00"/>
                </a:solidFill>
              </a:rPr>
              <a:t>.</a:t>
            </a:r>
            <a:br>
              <a:rPr lang="fr-FR" sz="2000" dirty="0">
                <a:solidFill>
                  <a:srgbClr val="FFFF00"/>
                </a:solidFill>
              </a:rPr>
            </a:br>
            <a:r>
              <a:rPr lang="fr-FR" sz="2000" dirty="0">
                <a:solidFill>
                  <a:srgbClr val="FFFF00"/>
                </a:solidFill>
              </a:rPr>
              <a:t>Nous devons donc la remettre en état </a:t>
            </a:r>
            <a:r>
              <a:rPr lang="fr-FR" sz="2000" b="1" dirty="0">
                <a:solidFill>
                  <a:srgbClr val="00B050"/>
                </a:solidFill>
              </a:rPr>
              <a:t>UP</a:t>
            </a:r>
            <a:r>
              <a:rPr lang="fr-FR" sz="2000" dirty="0">
                <a:solidFill>
                  <a:srgbClr val="FFFF00"/>
                </a:solidFill>
              </a:rPr>
              <a:t>.</a:t>
            </a:r>
          </a:p>
          <a:p>
            <a:r>
              <a:rPr lang="fr-FR" sz="2000" dirty="0">
                <a:solidFill>
                  <a:srgbClr val="FFFF00"/>
                </a:solidFill>
              </a:rPr>
              <a:t>Pour cela, nous avons besoin de la commande suivante qui va activer l’interface :</a:t>
            </a:r>
            <a:br>
              <a:rPr lang="fr-FR" sz="2000" dirty="0">
                <a:solidFill>
                  <a:srgbClr val="FFFF00"/>
                </a:solidFill>
              </a:rPr>
            </a:br>
            <a:r>
              <a:rPr lang="fr-FR" sz="2800" dirty="0">
                <a:solidFill>
                  <a:srgbClr val="FFC000"/>
                </a:solidFill>
              </a:rPr>
              <a:t>SUDO IP LINK SET ETH0 UP</a:t>
            </a:r>
            <a:r>
              <a:rPr lang="fr-FR" sz="3200" dirty="0">
                <a:solidFill>
                  <a:srgbClr val="FFC000"/>
                </a:solidFill>
              </a:rPr>
              <a:t> </a:t>
            </a:r>
            <a:endParaRPr lang="fr-FR" sz="2000" dirty="0">
              <a:solidFill>
                <a:srgbClr val="FFC000"/>
              </a:solidFill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5E124EF-169A-0345-92A5-AE5F23715968}"/>
              </a:ext>
            </a:extLst>
          </p:cNvPr>
          <p:cNvCxnSpPr/>
          <p:nvPr/>
        </p:nvCxnSpPr>
        <p:spPr>
          <a:xfrm flipV="1">
            <a:off x="7376160" y="2819400"/>
            <a:ext cx="213360" cy="10799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43C7B5F6-3861-35E0-1063-2A02C0A9CC83}"/>
              </a:ext>
            </a:extLst>
          </p:cNvPr>
          <p:cNvSpPr/>
          <p:nvPr/>
        </p:nvSpPr>
        <p:spPr>
          <a:xfrm>
            <a:off x="7178040" y="2370926"/>
            <a:ext cx="1158240" cy="661834"/>
          </a:xfrm>
          <a:custGeom>
            <a:avLst/>
            <a:gdLst>
              <a:gd name="csX0" fmla="*/ 274320 w 1158240"/>
              <a:gd name="csY0" fmla="*/ 6514 h 661834"/>
              <a:gd name="csX1" fmla="*/ 152400 w 1158240"/>
              <a:gd name="csY1" fmla="*/ 67474 h 661834"/>
              <a:gd name="csX2" fmla="*/ 106680 w 1158240"/>
              <a:gd name="csY2" fmla="*/ 143674 h 661834"/>
              <a:gd name="csX3" fmla="*/ 167640 w 1158240"/>
              <a:gd name="csY3" fmla="*/ 509434 h 661834"/>
              <a:gd name="csX4" fmla="*/ 304800 w 1158240"/>
              <a:gd name="csY4" fmla="*/ 631354 h 661834"/>
              <a:gd name="csX5" fmla="*/ 350520 w 1158240"/>
              <a:gd name="csY5" fmla="*/ 661834 h 661834"/>
              <a:gd name="csX6" fmla="*/ 685800 w 1158240"/>
              <a:gd name="csY6" fmla="*/ 631354 h 661834"/>
              <a:gd name="csX7" fmla="*/ 777240 w 1158240"/>
              <a:gd name="csY7" fmla="*/ 600874 h 661834"/>
              <a:gd name="csX8" fmla="*/ 853440 w 1158240"/>
              <a:gd name="csY8" fmla="*/ 585634 h 661834"/>
              <a:gd name="csX9" fmla="*/ 1127760 w 1158240"/>
              <a:gd name="csY9" fmla="*/ 372274 h 661834"/>
              <a:gd name="csX10" fmla="*/ 1158240 w 1158240"/>
              <a:gd name="csY10" fmla="*/ 311314 h 661834"/>
              <a:gd name="csX11" fmla="*/ 1127760 w 1158240"/>
              <a:gd name="csY11" fmla="*/ 189394 h 661834"/>
              <a:gd name="csX12" fmla="*/ 1051560 w 1158240"/>
              <a:gd name="csY12" fmla="*/ 128434 h 661834"/>
              <a:gd name="csX13" fmla="*/ 822960 w 1158240"/>
              <a:gd name="csY13" fmla="*/ 21754 h 661834"/>
              <a:gd name="csX14" fmla="*/ 716280 w 1158240"/>
              <a:gd name="csY14" fmla="*/ 6514 h 661834"/>
              <a:gd name="csX15" fmla="*/ 60960 w 1158240"/>
              <a:gd name="csY15" fmla="*/ 67474 h 661834"/>
              <a:gd name="csX16" fmla="*/ 0 w 1158240"/>
              <a:gd name="csY16" fmla="*/ 113194 h 661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158240" h="661834">
                <a:moveTo>
                  <a:pt x="274320" y="6514"/>
                </a:moveTo>
                <a:cubicBezTo>
                  <a:pt x="247820" y="17114"/>
                  <a:pt x="176220" y="39684"/>
                  <a:pt x="152400" y="67474"/>
                </a:cubicBezTo>
                <a:cubicBezTo>
                  <a:pt x="133123" y="89964"/>
                  <a:pt x="121920" y="118274"/>
                  <a:pt x="106680" y="143674"/>
                </a:cubicBezTo>
                <a:cubicBezTo>
                  <a:pt x="118568" y="256614"/>
                  <a:pt x="107163" y="400575"/>
                  <a:pt x="167640" y="509434"/>
                </a:cubicBezTo>
                <a:cubicBezTo>
                  <a:pt x="207463" y="581116"/>
                  <a:pt x="232430" y="583107"/>
                  <a:pt x="304800" y="631354"/>
                </a:cubicBezTo>
                <a:lnTo>
                  <a:pt x="350520" y="661834"/>
                </a:lnTo>
                <a:cubicBezTo>
                  <a:pt x="462280" y="651674"/>
                  <a:pt x="574707" y="647224"/>
                  <a:pt x="685800" y="631354"/>
                </a:cubicBezTo>
                <a:cubicBezTo>
                  <a:pt x="717606" y="626810"/>
                  <a:pt x="746243" y="609328"/>
                  <a:pt x="777240" y="600874"/>
                </a:cubicBezTo>
                <a:cubicBezTo>
                  <a:pt x="802230" y="594058"/>
                  <a:pt x="828040" y="590714"/>
                  <a:pt x="853440" y="585634"/>
                </a:cubicBezTo>
                <a:cubicBezTo>
                  <a:pt x="915233" y="546311"/>
                  <a:pt x="1086823" y="454149"/>
                  <a:pt x="1127760" y="372274"/>
                </a:cubicBezTo>
                <a:lnTo>
                  <a:pt x="1158240" y="311314"/>
                </a:lnTo>
                <a:cubicBezTo>
                  <a:pt x="1148080" y="270674"/>
                  <a:pt x="1148868" y="225578"/>
                  <a:pt x="1127760" y="189394"/>
                </a:cubicBezTo>
                <a:cubicBezTo>
                  <a:pt x="1111370" y="161297"/>
                  <a:pt x="1079263" y="145482"/>
                  <a:pt x="1051560" y="128434"/>
                </a:cubicBezTo>
                <a:cubicBezTo>
                  <a:pt x="1025366" y="112315"/>
                  <a:pt x="860431" y="32460"/>
                  <a:pt x="822960" y="21754"/>
                </a:cubicBezTo>
                <a:cubicBezTo>
                  <a:pt x="788421" y="11886"/>
                  <a:pt x="751840" y="11594"/>
                  <a:pt x="716280" y="6514"/>
                </a:cubicBezTo>
                <a:cubicBezTo>
                  <a:pt x="452949" y="14038"/>
                  <a:pt x="272940" y="-38516"/>
                  <a:pt x="60960" y="67474"/>
                </a:cubicBezTo>
                <a:cubicBezTo>
                  <a:pt x="38242" y="78833"/>
                  <a:pt x="20320" y="97954"/>
                  <a:pt x="0" y="1131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86AA797-6B3A-F686-4209-4711E2DF5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58000"/>
            <a:ext cx="12938760" cy="564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8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D1B33-3F00-B394-477C-2893C12F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7F50692-D0C1-08AA-6A5F-91536E94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938760" cy="5641203"/>
          </a:xfrm>
          <a:prstGeom prst="rect">
            <a:avLst/>
          </a:prstGeom>
        </p:spPr>
      </p:pic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70958EF9-54D1-214E-9469-B381C864EC5E}"/>
              </a:ext>
            </a:extLst>
          </p:cNvPr>
          <p:cNvSpPr/>
          <p:nvPr/>
        </p:nvSpPr>
        <p:spPr>
          <a:xfrm>
            <a:off x="6248400" y="2590799"/>
            <a:ext cx="655320" cy="477139"/>
          </a:xfrm>
          <a:custGeom>
            <a:avLst/>
            <a:gdLst>
              <a:gd name="csX0" fmla="*/ 274320 w 1158240"/>
              <a:gd name="csY0" fmla="*/ 6514 h 661834"/>
              <a:gd name="csX1" fmla="*/ 152400 w 1158240"/>
              <a:gd name="csY1" fmla="*/ 67474 h 661834"/>
              <a:gd name="csX2" fmla="*/ 106680 w 1158240"/>
              <a:gd name="csY2" fmla="*/ 143674 h 661834"/>
              <a:gd name="csX3" fmla="*/ 167640 w 1158240"/>
              <a:gd name="csY3" fmla="*/ 509434 h 661834"/>
              <a:gd name="csX4" fmla="*/ 304800 w 1158240"/>
              <a:gd name="csY4" fmla="*/ 631354 h 661834"/>
              <a:gd name="csX5" fmla="*/ 350520 w 1158240"/>
              <a:gd name="csY5" fmla="*/ 661834 h 661834"/>
              <a:gd name="csX6" fmla="*/ 685800 w 1158240"/>
              <a:gd name="csY6" fmla="*/ 631354 h 661834"/>
              <a:gd name="csX7" fmla="*/ 777240 w 1158240"/>
              <a:gd name="csY7" fmla="*/ 600874 h 661834"/>
              <a:gd name="csX8" fmla="*/ 853440 w 1158240"/>
              <a:gd name="csY8" fmla="*/ 585634 h 661834"/>
              <a:gd name="csX9" fmla="*/ 1127760 w 1158240"/>
              <a:gd name="csY9" fmla="*/ 372274 h 661834"/>
              <a:gd name="csX10" fmla="*/ 1158240 w 1158240"/>
              <a:gd name="csY10" fmla="*/ 311314 h 661834"/>
              <a:gd name="csX11" fmla="*/ 1127760 w 1158240"/>
              <a:gd name="csY11" fmla="*/ 189394 h 661834"/>
              <a:gd name="csX12" fmla="*/ 1051560 w 1158240"/>
              <a:gd name="csY12" fmla="*/ 128434 h 661834"/>
              <a:gd name="csX13" fmla="*/ 822960 w 1158240"/>
              <a:gd name="csY13" fmla="*/ 21754 h 661834"/>
              <a:gd name="csX14" fmla="*/ 716280 w 1158240"/>
              <a:gd name="csY14" fmla="*/ 6514 h 661834"/>
              <a:gd name="csX15" fmla="*/ 60960 w 1158240"/>
              <a:gd name="csY15" fmla="*/ 67474 h 661834"/>
              <a:gd name="csX16" fmla="*/ 0 w 1158240"/>
              <a:gd name="csY16" fmla="*/ 113194 h 661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158240" h="661834">
                <a:moveTo>
                  <a:pt x="274320" y="6514"/>
                </a:moveTo>
                <a:cubicBezTo>
                  <a:pt x="247820" y="17114"/>
                  <a:pt x="176220" y="39684"/>
                  <a:pt x="152400" y="67474"/>
                </a:cubicBezTo>
                <a:cubicBezTo>
                  <a:pt x="133123" y="89964"/>
                  <a:pt x="121920" y="118274"/>
                  <a:pt x="106680" y="143674"/>
                </a:cubicBezTo>
                <a:cubicBezTo>
                  <a:pt x="118568" y="256614"/>
                  <a:pt x="107163" y="400575"/>
                  <a:pt x="167640" y="509434"/>
                </a:cubicBezTo>
                <a:cubicBezTo>
                  <a:pt x="207463" y="581116"/>
                  <a:pt x="232430" y="583107"/>
                  <a:pt x="304800" y="631354"/>
                </a:cubicBezTo>
                <a:lnTo>
                  <a:pt x="350520" y="661834"/>
                </a:lnTo>
                <a:cubicBezTo>
                  <a:pt x="462280" y="651674"/>
                  <a:pt x="574707" y="647224"/>
                  <a:pt x="685800" y="631354"/>
                </a:cubicBezTo>
                <a:cubicBezTo>
                  <a:pt x="717606" y="626810"/>
                  <a:pt x="746243" y="609328"/>
                  <a:pt x="777240" y="600874"/>
                </a:cubicBezTo>
                <a:cubicBezTo>
                  <a:pt x="802230" y="594058"/>
                  <a:pt x="828040" y="590714"/>
                  <a:pt x="853440" y="585634"/>
                </a:cubicBezTo>
                <a:cubicBezTo>
                  <a:pt x="915233" y="546311"/>
                  <a:pt x="1086823" y="454149"/>
                  <a:pt x="1127760" y="372274"/>
                </a:cubicBezTo>
                <a:lnTo>
                  <a:pt x="1158240" y="311314"/>
                </a:lnTo>
                <a:cubicBezTo>
                  <a:pt x="1148080" y="270674"/>
                  <a:pt x="1148868" y="225578"/>
                  <a:pt x="1127760" y="189394"/>
                </a:cubicBezTo>
                <a:cubicBezTo>
                  <a:pt x="1111370" y="161297"/>
                  <a:pt x="1079263" y="145482"/>
                  <a:pt x="1051560" y="128434"/>
                </a:cubicBezTo>
                <a:cubicBezTo>
                  <a:pt x="1025366" y="112315"/>
                  <a:pt x="860431" y="32460"/>
                  <a:pt x="822960" y="21754"/>
                </a:cubicBezTo>
                <a:cubicBezTo>
                  <a:pt x="788421" y="11886"/>
                  <a:pt x="751840" y="11594"/>
                  <a:pt x="716280" y="6514"/>
                </a:cubicBezTo>
                <a:cubicBezTo>
                  <a:pt x="452949" y="14038"/>
                  <a:pt x="272940" y="-38516"/>
                  <a:pt x="60960" y="67474"/>
                </a:cubicBezTo>
                <a:cubicBezTo>
                  <a:pt x="38242" y="78833"/>
                  <a:pt x="20320" y="97954"/>
                  <a:pt x="0" y="1131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1531B8E-AC53-7D5F-8E82-3D8A83285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22"/>
          <a:stretch>
            <a:fillRect/>
          </a:stretch>
        </p:blipFill>
        <p:spPr>
          <a:xfrm>
            <a:off x="0" y="-2761957"/>
            <a:ext cx="11696193" cy="2579077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9C13E4D-1474-7D30-306B-84A746348FE0}"/>
              </a:ext>
            </a:extLst>
          </p:cNvPr>
          <p:cNvSpPr/>
          <p:nvPr/>
        </p:nvSpPr>
        <p:spPr>
          <a:xfrm>
            <a:off x="1341742" y="7236881"/>
            <a:ext cx="7832738" cy="167851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>
                <a:solidFill>
                  <a:srgbClr val="FFC000"/>
                </a:solidFill>
              </a:rPr>
              <a:t>Pour ajout un @R in </a:t>
            </a:r>
            <a:r>
              <a:rPr lang="fr-FR" sz="2800" dirty="0" err="1">
                <a:solidFill>
                  <a:srgbClr val="FFC000"/>
                </a:solidFill>
              </a:rPr>
              <a:t>lamachin</a:t>
            </a:r>
            <a:r>
              <a:rPr lang="fr-FR" sz="2800" dirty="0">
                <a:solidFill>
                  <a:srgbClr val="FFC000"/>
                </a:solidFill>
              </a:rPr>
              <a:t> 1</a:t>
            </a:r>
            <a:br>
              <a:rPr lang="fr-FR" sz="2800" dirty="0">
                <a:solidFill>
                  <a:srgbClr val="FFC000"/>
                </a:solidFill>
              </a:rPr>
            </a:b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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sudo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ip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addr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add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192.168.1.1/24 dev eth0</a:t>
            </a:r>
          </a:p>
          <a:p>
            <a:r>
              <a:rPr lang="fr-FR" sz="2800" dirty="0">
                <a:solidFill>
                  <a:srgbClr val="FFC000"/>
                </a:solidFill>
              </a:rPr>
              <a:t>Pour ajout un @R in </a:t>
            </a:r>
            <a:r>
              <a:rPr lang="fr-FR" sz="2800" dirty="0" err="1">
                <a:solidFill>
                  <a:srgbClr val="FFC000"/>
                </a:solidFill>
              </a:rPr>
              <a:t>lamachin</a:t>
            </a:r>
            <a:r>
              <a:rPr lang="fr-FR" sz="2800" dirty="0">
                <a:solidFill>
                  <a:srgbClr val="FFC000"/>
                </a:solidFill>
              </a:rPr>
              <a:t> 2</a:t>
            </a:r>
            <a:br>
              <a:rPr lang="fr-FR" sz="2800" dirty="0">
                <a:solidFill>
                  <a:srgbClr val="FFC000"/>
                </a:solidFill>
              </a:rPr>
            </a:b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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sudo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ip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addr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add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192.168.1.2/24 dev eth0</a:t>
            </a:r>
          </a:p>
        </p:txBody>
      </p:sp>
    </p:spTree>
    <p:extLst>
      <p:ext uri="{BB962C8B-B14F-4D97-AF65-F5344CB8AC3E}">
        <p14:creationId xmlns:p14="http://schemas.microsoft.com/office/powerpoint/2010/main" val="3574563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6301D-D4AF-E944-50FD-1B4376BD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A1CE89C-809D-37B1-B690-D87C424E1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C7CB970-79A0-A7B8-90A1-312E7A95FE9C}"/>
              </a:ext>
            </a:extLst>
          </p:cNvPr>
          <p:cNvSpPr/>
          <p:nvPr/>
        </p:nvSpPr>
        <p:spPr>
          <a:xfrm>
            <a:off x="1433182" y="4463201"/>
            <a:ext cx="7832738" cy="167851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>
                <a:solidFill>
                  <a:srgbClr val="FFC000"/>
                </a:solidFill>
              </a:rPr>
              <a:t>Pour ajout un @R in </a:t>
            </a:r>
            <a:r>
              <a:rPr lang="fr-FR" sz="2800" dirty="0" err="1">
                <a:solidFill>
                  <a:srgbClr val="FFC000"/>
                </a:solidFill>
              </a:rPr>
              <a:t>lamachin</a:t>
            </a:r>
            <a:r>
              <a:rPr lang="fr-FR" sz="2800" dirty="0">
                <a:solidFill>
                  <a:srgbClr val="FFC000"/>
                </a:solidFill>
              </a:rPr>
              <a:t> 1</a:t>
            </a:r>
            <a:br>
              <a:rPr lang="fr-FR" sz="2800" dirty="0">
                <a:solidFill>
                  <a:srgbClr val="FFC000"/>
                </a:solidFill>
              </a:rPr>
            </a:b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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sudo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ip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addr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add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192.168.1.1/24 dev eth0</a:t>
            </a:r>
          </a:p>
          <a:p>
            <a:r>
              <a:rPr lang="fr-FR" sz="2800" dirty="0">
                <a:solidFill>
                  <a:srgbClr val="FFC000"/>
                </a:solidFill>
              </a:rPr>
              <a:t>Pour ajout un @R in </a:t>
            </a:r>
            <a:r>
              <a:rPr lang="fr-FR" sz="2800" dirty="0" err="1">
                <a:solidFill>
                  <a:srgbClr val="FFC000"/>
                </a:solidFill>
              </a:rPr>
              <a:t>lamachin</a:t>
            </a:r>
            <a:r>
              <a:rPr lang="fr-FR" sz="2800" dirty="0">
                <a:solidFill>
                  <a:srgbClr val="FFC000"/>
                </a:solidFill>
              </a:rPr>
              <a:t> 2</a:t>
            </a:r>
            <a:br>
              <a:rPr lang="fr-FR" sz="2800" dirty="0">
                <a:solidFill>
                  <a:srgbClr val="FFC000"/>
                </a:solidFill>
              </a:rPr>
            </a:b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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sudo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ip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addr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fr-FR" sz="2800" dirty="0" err="1">
                <a:solidFill>
                  <a:srgbClr val="FFC000"/>
                </a:solidFill>
                <a:sym typeface="Wingdings" panose="05000000000000000000" pitchFamily="2" charset="2"/>
              </a:rPr>
              <a:t>add</a:t>
            </a:r>
            <a:r>
              <a:rPr lang="fr-FR" sz="2800" dirty="0">
                <a:solidFill>
                  <a:srgbClr val="FFC000"/>
                </a:solidFill>
                <a:sym typeface="Wingdings" panose="05000000000000000000" pitchFamily="2" charset="2"/>
              </a:rPr>
              <a:t> 192.168.1.2/24 dev eth0</a:t>
            </a:r>
          </a:p>
        </p:txBody>
      </p:sp>
    </p:spTree>
    <p:extLst>
      <p:ext uri="{BB962C8B-B14F-4D97-AF65-F5344CB8AC3E}">
        <p14:creationId xmlns:p14="http://schemas.microsoft.com/office/powerpoint/2010/main" val="2299825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30A63-9EA7-A59E-2C67-BF9AA9C0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34BD1E7-9865-42BF-C62C-0E0797C68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41"/>
            <a:ext cx="12192000" cy="6855221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4DA58F9-80A9-03EB-C2CE-E29C00494022}"/>
              </a:ext>
            </a:extLst>
          </p:cNvPr>
          <p:cNvSpPr/>
          <p:nvPr/>
        </p:nvSpPr>
        <p:spPr>
          <a:xfrm>
            <a:off x="1737982" y="7236881"/>
            <a:ext cx="7832738" cy="167851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>
                <a:solidFill>
                  <a:srgbClr val="FFC000"/>
                </a:solidFill>
              </a:rPr>
              <a:t>Pour ajout un @R in lamachin 1</a:t>
            </a:r>
            <a:br>
              <a:rPr lang="fr-FR" sz="2800">
                <a:solidFill>
                  <a:srgbClr val="FFC000"/>
                </a:solidFill>
              </a:rPr>
            </a:br>
            <a:r>
              <a:rPr lang="fr-FR" sz="2800">
                <a:solidFill>
                  <a:srgbClr val="FFC000"/>
                </a:solidFill>
                <a:sym typeface="Wingdings" panose="05000000000000000000" pitchFamily="2" charset="2"/>
              </a:rPr>
              <a:t> sudo ip addr add 192.168.1.1/24 dev eth0</a:t>
            </a:r>
          </a:p>
          <a:p>
            <a:r>
              <a:rPr lang="fr-FR" sz="2800">
                <a:solidFill>
                  <a:srgbClr val="FFC000"/>
                </a:solidFill>
              </a:rPr>
              <a:t>Pour ajout un @R in lamachin 2</a:t>
            </a:r>
            <a:br>
              <a:rPr lang="fr-FR" sz="2800">
                <a:solidFill>
                  <a:srgbClr val="FFC000"/>
                </a:solidFill>
              </a:rPr>
            </a:br>
            <a:r>
              <a:rPr lang="fr-FR" sz="2800">
                <a:solidFill>
                  <a:srgbClr val="FFC000"/>
                </a:solidFill>
                <a:sym typeface="Wingdings" panose="05000000000000000000" pitchFamily="2" charset="2"/>
              </a:rPr>
              <a:t> sudo ip addr add 192.168.1.2/24 dev eth0</a:t>
            </a:r>
            <a:endParaRPr lang="fr-FR" sz="2800" dirty="0">
              <a:solidFill>
                <a:srgbClr val="FFC000"/>
              </a:solidFill>
              <a:sym typeface="Wingdings" panose="05000000000000000000" pitchFamily="2" charset="2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391F42C6-7D4C-A9BC-6175-A91D9A6D0D26}"/>
              </a:ext>
            </a:extLst>
          </p:cNvPr>
          <p:cNvCxnSpPr/>
          <p:nvPr/>
        </p:nvCxnSpPr>
        <p:spPr>
          <a:xfrm>
            <a:off x="1280160" y="2110740"/>
            <a:ext cx="8610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CEE2B79-B8C3-A30A-25F4-4C747D263759}"/>
              </a:ext>
            </a:extLst>
          </p:cNvPr>
          <p:cNvCxnSpPr/>
          <p:nvPr/>
        </p:nvCxnSpPr>
        <p:spPr>
          <a:xfrm>
            <a:off x="1737982" y="2933700"/>
            <a:ext cx="5175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F37A584-1B3F-2627-8955-E3E22D6DC75A}"/>
              </a:ext>
            </a:extLst>
          </p:cNvPr>
          <p:cNvCxnSpPr/>
          <p:nvPr/>
        </p:nvCxnSpPr>
        <p:spPr>
          <a:xfrm>
            <a:off x="434340" y="1699260"/>
            <a:ext cx="7086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FD771095-71AF-8AA9-6EF3-C717C659575B}"/>
              </a:ext>
            </a:extLst>
          </p:cNvPr>
          <p:cNvCxnSpPr/>
          <p:nvPr/>
        </p:nvCxnSpPr>
        <p:spPr>
          <a:xfrm>
            <a:off x="5760720" y="2385060"/>
            <a:ext cx="7086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08EA9C3-B155-C5ED-4530-987AB3BC148F}"/>
              </a:ext>
            </a:extLst>
          </p:cNvPr>
          <p:cNvCxnSpPr/>
          <p:nvPr/>
        </p:nvCxnSpPr>
        <p:spPr>
          <a:xfrm>
            <a:off x="6736080" y="2796540"/>
            <a:ext cx="7086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83908DC-8741-E55A-CF9D-2B05509631FE}"/>
              </a:ext>
            </a:extLst>
          </p:cNvPr>
          <p:cNvCxnSpPr/>
          <p:nvPr/>
        </p:nvCxnSpPr>
        <p:spPr>
          <a:xfrm>
            <a:off x="7002780" y="3832860"/>
            <a:ext cx="7086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949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Grand écran</PresentationFormat>
  <Paragraphs>26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TouaTi Bilal</dc:creator>
  <cp:lastModifiedBy>TouaTi Bilal</cp:lastModifiedBy>
  <cp:revision>1</cp:revision>
  <dcterms:created xsi:type="dcterms:W3CDTF">2026-04-06T19:07:09Z</dcterms:created>
  <dcterms:modified xsi:type="dcterms:W3CDTF">2026-04-06T20:24:23Z</dcterms:modified>
</cp:coreProperties>
</file>